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 Light"/>
      <p:regular r:id="rId13"/>
      <p:bold r:id="rId14"/>
      <p:italic r:id="rId15"/>
      <p:boldItalic r:id="rId16"/>
    </p:embeddedFon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Inter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Bold-boldItalic.fntdata"/><Relationship Id="rId25" Type="http://schemas.openxmlformats.org/officeDocument/2006/relationships/font" Target="fonts/Inter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Light-regular.fntdata"/><Relationship Id="rId12" Type="http://schemas.openxmlformats.org/officeDocument/2006/relationships/slide" Target="slides/slide7.xml"/><Relationship Id="rId15" Type="http://schemas.openxmlformats.org/officeDocument/2006/relationships/font" Target="fonts/InterLight-italic.fntdata"/><Relationship Id="rId14" Type="http://schemas.openxmlformats.org/officeDocument/2006/relationships/font" Target="fonts/InterLight-bold.fntdata"/><Relationship Id="rId17" Type="http://schemas.openxmlformats.org/officeDocument/2006/relationships/font" Target="fonts/InterSemiBold-regular.fntdata"/><Relationship Id="rId16" Type="http://schemas.openxmlformats.org/officeDocument/2006/relationships/font" Target="fonts/InterLight-boldItalic.fntdata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625947"/>
            <a:ext cx="11029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B6D4"/>
                </a:solidFill>
                <a:latin typeface="Inter Light"/>
                <a:ea typeface="Inter Light"/>
                <a:cs typeface="Inter Light"/>
                <a:sym typeface="Inter Light"/>
              </a:rPr>
              <a:t>INP ENSEEIHT - SN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326" y="2924660"/>
            <a:ext cx="115815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PPP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689002"/>
            <a:ext cx="110301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6276975" y="4832002"/>
            <a:ext cx="9525" cy="5715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657600" y="4832002"/>
            <a:ext cx="23502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NANCEY MATHIS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657600" y="5174902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M1 SCIENCES DU NUMÉRIQUE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667500" y="4832002"/>
            <a:ext cx="196024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PPP 2025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67500" y="5174902"/>
            <a:ext cx="186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PROJET PROFESSIONNEL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94905"/>
            <a:ext cx="25367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2033" y="3294905"/>
            <a:ext cx="25367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042" y="3294905"/>
            <a:ext cx="25367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4050" y="3294905"/>
            <a:ext cx="2536775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2142380"/>
            <a:ext cx="115815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MON PARC</a:t>
            </a:r>
            <a:r>
              <a:rPr b="1" lang="en-US" sz="315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OURS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416168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81050" y="3494930"/>
            <a:ext cx="2136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FORMATION INITIALE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27631" y="3733055"/>
            <a:ext cx="224356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CPGE PCSI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81050" y="4114055"/>
            <a:ext cx="21367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Lycée Champollion, Grenoble.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Acquisition de la rigueur mathématique.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612058" y="3494930"/>
            <a:ext cx="2136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AUJOURD'HUI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558640" y="3733055"/>
            <a:ext cx="224356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ENSEEIHT SN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612058" y="4114055"/>
            <a:ext cx="2136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2SN </a:t>
            </a:r>
            <a:endParaRPr sz="105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Option HPC Big data</a:t>
            </a:r>
            <a:endParaRPr sz="105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443067" y="3494930"/>
            <a:ext cx="213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L'ANNÉE PROCHAINE 1er Semestre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389649" y="3980705"/>
            <a:ext cx="224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INTERNATIONAL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443055" y="4478180"/>
            <a:ext cx="2136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Semestre d'échange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(Norvège ou Cambodge).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274075" y="3494930"/>
            <a:ext cx="213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2eme semestre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220657" y="3733055"/>
            <a:ext cx="224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ENSEEIHT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274075" y="4114055"/>
            <a:ext cx="2136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3eme année SN</a:t>
            </a:r>
            <a:endParaRPr sz="105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Option HPC Big Data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" y="-18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367" y="2248716"/>
            <a:ext cx="522922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38" y="2248735"/>
            <a:ext cx="5229225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381750" y="913060"/>
            <a:ext cx="549068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POURQUOI CE PARCOURS ?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 flipH="1" rot="1017">
            <a:off x="440005" y="2383260"/>
            <a:ext cx="507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INTÉRÊTS SPÉCIFIQUES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88204" y="2842891"/>
            <a:ext cx="4829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Fort intérêt pour l'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Optimisation Numérique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et la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Recherche Opérationnelle (RO)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découverts cette année.</a:t>
            </a:r>
            <a:endParaRPr b="0" i="0" sz="1200" u="none" cap="none" strike="noStrike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Maths 2eme semestre de cette année</a:t>
            </a:r>
            <a:endParaRPr sz="12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IA/data science</a:t>
            </a:r>
            <a:endParaRPr sz="12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461075" y="2433580"/>
            <a:ext cx="507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CONTINUITÉ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81813" y="2946243"/>
            <a:ext cx="482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Je compte me spécialiser dans ce domaine l'an prochain pour approfondir ces compétences algorithmiques.</a:t>
            </a:r>
            <a:endParaRPr b="0" i="0" sz="1200" u="none" cap="none" strike="noStrike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Parcours HPC Big Data</a:t>
            </a:r>
            <a:endParaRPr sz="12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81025" y="913060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INGENIEUR SIMULATION NUMERIQUE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14000" y="3121250"/>
            <a:ext cx="7116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300">
                <a:solidFill>
                  <a:schemeClr val="lt1"/>
                </a:solidFill>
              </a:rPr>
              <a:t>La Modélisation : Traduction de la réalité physique en équations mathématiques et maillages numériques.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300">
                <a:solidFill>
                  <a:schemeClr val="lt1"/>
                </a:solidFill>
              </a:rPr>
              <a:t>Le Calcul : Exécution et optimisation des simulations sur supercalculateurs (HPC) pour réduire le temps de traitement.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300">
                <a:solidFill>
                  <a:schemeClr val="lt1"/>
                </a:solidFill>
              </a:rPr>
              <a:t>L'Analyse : Exploitation des données obtenues pour valider la conception ou la performance technique.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855150" y="4050230"/>
            <a:ext cx="28500" cy="514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 flipH="1">
            <a:off x="855150" y="4928700"/>
            <a:ext cx="28500" cy="514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26650" y="3171755"/>
            <a:ext cx="28500" cy="514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84585"/>
            <a:ext cx="5229225" cy="4592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84585"/>
            <a:ext cx="5229225" cy="459238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81025" y="913060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2 POSSIBILITÉS DE CARRIÈRE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28675" y="1960810"/>
            <a:ext cx="4970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A : INGÉNIEUR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28675" y="2379910"/>
            <a:ext cx="47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Ingénieur simulation numérique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629400" y="1960810"/>
            <a:ext cx="4970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B :CHERCHEUR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29400" y="2379910"/>
            <a:ext cx="47340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19175" y="2827585"/>
            <a:ext cx="454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828675" y="2827585"/>
            <a:ext cx="28575" cy="2571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819900" y="2827585"/>
            <a:ext cx="4543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Cursus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Master Recherche → Thèse.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629400" y="2827585"/>
            <a:ext cx="28575" cy="2571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819900" y="3227635"/>
            <a:ext cx="4543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Secteur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R&amp;D ou Académique.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6629400" y="3227635"/>
            <a:ext cx="28575" cy="2571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819900" y="3627685"/>
            <a:ext cx="4543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Pourquoi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Pousser plus loin la théorie .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6629400" y="3627685"/>
            <a:ext cx="28575" cy="5143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1042275" y="2887135"/>
            <a:ext cx="4543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Cursus 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ENSEEIHT</a:t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59900" y="4142017"/>
            <a:ext cx="2681451" cy="183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90155"/>
            <a:ext cx="25367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2033" y="3390155"/>
            <a:ext cx="25367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042" y="3390155"/>
            <a:ext cx="25367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4050" y="3390155"/>
            <a:ext cx="2536775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81025" y="2047130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EXPÉRIENCES &amp; TRAJECTOIRE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81025" y="425693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781050" y="3590180"/>
            <a:ext cx="2136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ÉTÉ 2025 (1A)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27631" y="3828305"/>
            <a:ext cx="224356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TECUMSEH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81050" y="4209305"/>
            <a:ext cx="21367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 mois d'intérim.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Découverte du monde industriel et du terrain.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3612058" y="3590180"/>
            <a:ext cx="2136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ÉTÉ 2026 (2A)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558640" y="3828305"/>
            <a:ext cx="224356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STAGE DATA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3612058" y="4209305"/>
            <a:ext cx="21367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Cible 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Science</a:t>
            </a: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Candidature en cours chez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Michelin</a:t>
            </a: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443067" y="3590180"/>
            <a:ext cx="2136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2026 - 2027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389649" y="3828305"/>
            <a:ext cx="224356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MOBILITÉ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443067" y="4209305"/>
            <a:ext cx="2136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Semestre d'échange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 Norvège ou Cambodge.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220657" y="3828305"/>
            <a:ext cx="224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STAGE 3A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274075" y="4209305"/>
            <a:ext cx="21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05276" y="2286000"/>
            <a:ext cx="1158144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MERCI.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